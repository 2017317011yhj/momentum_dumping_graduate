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62C768-F439-D3FE-2398-ED1C7CD06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BBE81B-94E2-DE95-AFCC-2A564FC25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07CA68-28E0-D5FF-6112-64E4911FD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ABF7E-9601-4D39-BFF8-FECBE8012D96}" type="datetimeFigureOut">
              <a:rPr lang="ko-KR" altLang="en-US" smtClean="0"/>
              <a:t>2023-05-04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E73F1B-B1F0-C412-6055-35557B3B9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56F99E-FC97-37AA-1324-B32E69C67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0180-EF9E-4E3F-BC6E-FD93787AE3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138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DAA9C4-2DDE-167A-799D-01D90CEFE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74A0F6-ABE7-28A4-2DD8-C895A125A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F1EA52-F2B7-EAFC-9E31-39E5F80B1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ABF7E-9601-4D39-BFF8-FECBE8012D96}" type="datetimeFigureOut">
              <a:rPr lang="ko-KR" altLang="en-US" smtClean="0"/>
              <a:t>2023-05-04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54DFC8-5F36-DCF5-CA71-D605FF2C8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1C1790-1125-ACA3-C55D-0963659A2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0180-EF9E-4E3F-BC6E-FD93787AE3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9193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ACD828-13B4-BA02-3D63-B3F03439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B98899-F79D-E714-5C46-E2F3A21D2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5BFD25-8A68-BF52-6100-F5948E584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ABF7E-9601-4D39-BFF8-FECBE8012D96}" type="datetimeFigureOut">
              <a:rPr lang="ko-KR" altLang="en-US" smtClean="0"/>
              <a:t>2023-05-04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E9535C-6469-2271-3B7F-7E4CEB049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C080C8-4766-A111-058E-3C95E876A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0180-EF9E-4E3F-BC6E-FD93787AE3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978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F5811B-971C-2649-886C-D692E4431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593891-2294-4C35-4513-E8885BC8A1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CB8E63-F2F1-C19C-4D20-70036FD797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2229A7-C2FA-F2C6-F0E6-C4902AC39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ABF7E-9601-4D39-BFF8-FECBE8012D96}" type="datetimeFigureOut">
              <a:rPr lang="ko-KR" altLang="en-US" smtClean="0"/>
              <a:t>2023-05-04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4FF016-9E2C-AB58-13E2-DE29452E4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449F12-8DEF-4A79-9B31-01A0CDF0C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0180-EF9E-4E3F-BC6E-FD93787AE3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964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C0F820-96E8-DF4F-D529-70A0FB0AE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64AB97-AA6B-EB2E-3127-EEF1316BD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CBF60A-0391-87BC-4EF5-4BFECC0CE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5DFD101-930D-42AD-1B8B-D8719E4A4F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7243B00-68B5-6FB0-230C-93D39FEC89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7737882-9864-9F2C-5863-BE43F81AD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ABF7E-9601-4D39-BFF8-FECBE8012D96}" type="datetimeFigureOut">
              <a:rPr lang="ko-KR" altLang="en-US" smtClean="0"/>
              <a:t>2023-05-04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DEA7A3-EC0B-9E0F-571C-ED72C782B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2907C57-073B-F617-EE85-716536BE2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0180-EF9E-4E3F-BC6E-FD93787AE3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791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37F4E0-56C7-3F15-8EF3-9FA5A865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3F5B412-4B6F-71B6-6148-9111BDFD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ABF7E-9601-4D39-BFF8-FECBE8012D96}" type="datetimeFigureOut">
              <a:rPr lang="ko-KR" altLang="en-US" smtClean="0"/>
              <a:t>2023-05-04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E382ED1-40CF-355F-69BD-28E58C5A8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E30546-B178-373E-F6F0-B820D7DE2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0180-EF9E-4E3F-BC6E-FD93787AE3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832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261476F-55B9-345C-58BE-A849AAE35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ABF7E-9601-4D39-BFF8-FECBE8012D96}" type="datetimeFigureOut">
              <a:rPr lang="ko-KR" altLang="en-US" smtClean="0"/>
              <a:t>2023-05-04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BBE2DD-0F56-FE2D-2DC7-230EF3A93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FD317D-B4E9-E229-FA07-C0CB299F2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0180-EF9E-4E3F-BC6E-FD93787AE3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510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3A005-1C3E-2E47-14FD-81DABC2D9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95D164-D96F-5319-B56F-A74E89378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42C5BA-8993-D755-EEA7-A415C26B2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6EF952-EDBE-998B-AC06-5135276BC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ABF7E-9601-4D39-BFF8-FECBE8012D96}" type="datetimeFigureOut">
              <a:rPr lang="ko-KR" altLang="en-US" smtClean="0"/>
              <a:t>2023-05-04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E3C2B3-485F-63D0-96EB-4E7BBA089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B09460-4AC0-4809-0C36-2DDE307D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0180-EF9E-4E3F-BC6E-FD93787AE3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22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1AE493-EFD1-2DA2-2FC4-98A7EE20B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F98A7F3-C9D5-6548-65C1-531A0F8E2F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1B34F6-C158-667D-CC04-E79C1DDA4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AA2AC4-ABC6-9EB6-E3FB-46AF80E03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ABF7E-9601-4D39-BFF8-FECBE8012D96}" type="datetimeFigureOut">
              <a:rPr lang="ko-KR" altLang="en-US" smtClean="0"/>
              <a:t>2023-05-04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488E63-A04B-1790-7CC3-6420ABEEB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DFEC6D-EA50-D2FE-C453-9794E305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0180-EF9E-4E3F-BC6E-FD93787AE3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517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5D784F-2E37-7EE3-F6A3-1BEC1F3C4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AD8901A-FFE6-18F0-B9FC-275F7344E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E77046-7B65-7F22-AC88-998A9A7F5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ABF7E-9601-4D39-BFF8-FECBE8012D96}" type="datetimeFigureOut">
              <a:rPr lang="ko-KR" altLang="en-US" smtClean="0"/>
              <a:t>2023-05-04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1B768C-30C3-BC13-D46E-BAB823BCA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3398B-C303-BDB4-7990-7E3548820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0180-EF9E-4E3F-BC6E-FD93787AE3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414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6E638E6-0005-59EC-2B21-741859E1C4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A75EA7-1942-13CD-8056-668617350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FDACD8-327F-2080-E074-D23E27933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ABF7E-9601-4D39-BFF8-FECBE8012D96}" type="datetimeFigureOut">
              <a:rPr lang="ko-KR" altLang="en-US" smtClean="0"/>
              <a:t>2023-05-04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26D968-88E1-01EF-88A7-1CABAEA67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19B3A1-4F8B-A39C-08F1-58A2BD43A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0180-EF9E-4E3F-BC6E-FD93787AE3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609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98A138B-7001-381D-4BAD-C5FD80752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9C24BE-E6A0-D3B6-754E-314739881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CC282A-4B08-6168-9B35-5D0E832248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9ABF7E-9601-4D39-BFF8-FECBE8012D96}" type="datetimeFigureOut">
              <a:rPr lang="ko-KR" altLang="en-US" smtClean="0"/>
              <a:t>2023-05-04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8D8026-7243-E4BC-7A2E-973C5F9E03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4F7565-AD27-903D-C623-3930878D76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550180-EF9E-4E3F-BC6E-FD93787AE3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97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16C421E-F0BF-E803-62D5-216EF8763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024" y="0"/>
            <a:ext cx="7549951" cy="6858000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53D915B-3B81-0912-DFF2-314B045535AD}"/>
              </a:ext>
            </a:extLst>
          </p:cNvPr>
          <p:cNvCxnSpPr>
            <a:cxnSpLocks/>
          </p:cNvCxnSpPr>
          <p:nvPr/>
        </p:nvCxnSpPr>
        <p:spPr>
          <a:xfrm>
            <a:off x="4357396" y="1793360"/>
            <a:ext cx="429119" cy="919021"/>
          </a:xfrm>
          <a:prstGeom prst="straightConnector1">
            <a:avLst/>
          </a:prstGeom>
          <a:ln w="3492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C6DE0ABE-C490-7CE0-CAAC-1F9CAAC38336}"/>
              </a:ext>
            </a:extLst>
          </p:cNvPr>
          <p:cNvSpPr/>
          <p:nvPr/>
        </p:nvSpPr>
        <p:spPr>
          <a:xfrm>
            <a:off x="2724539" y="1371600"/>
            <a:ext cx="1940767" cy="42176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Orbit Trajectory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CACE8E63-7CAB-51DE-26BE-2C786B44807B}"/>
              </a:ext>
            </a:extLst>
          </p:cNvPr>
          <p:cNvCxnSpPr>
            <a:cxnSpLocks/>
          </p:cNvCxnSpPr>
          <p:nvPr/>
        </p:nvCxnSpPr>
        <p:spPr>
          <a:xfrm flipH="1">
            <a:off x="6888034" y="1290449"/>
            <a:ext cx="439605" cy="1726121"/>
          </a:xfrm>
          <a:prstGeom prst="straightConnector1">
            <a:avLst/>
          </a:prstGeom>
          <a:ln w="3492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48B110-6C7B-3AD3-675B-6488CB5DDA71}"/>
              </a:ext>
            </a:extLst>
          </p:cNvPr>
          <p:cNvSpPr/>
          <p:nvPr/>
        </p:nvSpPr>
        <p:spPr>
          <a:xfrm>
            <a:off x="7204025" y="868689"/>
            <a:ext cx="2280399" cy="4217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ECI Frame(Inertial)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94D39ED-5B59-0FAE-5EB5-63AF14CD4022}"/>
              </a:ext>
            </a:extLst>
          </p:cNvPr>
          <p:cNvCxnSpPr>
            <a:cxnSpLocks/>
          </p:cNvCxnSpPr>
          <p:nvPr/>
        </p:nvCxnSpPr>
        <p:spPr>
          <a:xfrm flipV="1">
            <a:off x="4496334" y="3586720"/>
            <a:ext cx="840776" cy="874339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2A5A665-E8BB-FD6B-6E54-EDB0F42F524F}"/>
              </a:ext>
            </a:extLst>
          </p:cNvPr>
          <p:cNvSpPr/>
          <p:nvPr/>
        </p:nvSpPr>
        <p:spPr>
          <a:xfrm>
            <a:off x="3050940" y="4461059"/>
            <a:ext cx="1688840" cy="4217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ECEF Frame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499DBC4-87FB-39B4-5B0B-EB11BCBCC4DA}"/>
              </a:ext>
            </a:extLst>
          </p:cNvPr>
          <p:cNvSpPr/>
          <p:nvPr/>
        </p:nvSpPr>
        <p:spPr>
          <a:xfrm>
            <a:off x="7861527" y="2948432"/>
            <a:ext cx="1688840" cy="42176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LVLH Frame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D309E8B-38B9-A2F4-8169-9DE384319959}"/>
              </a:ext>
            </a:extLst>
          </p:cNvPr>
          <p:cNvCxnSpPr>
            <a:cxnSpLocks/>
          </p:cNvCxnSpPr>
          <p:nvPr/>
        </p:nvCxnSpPr>
        <p:spPr>
          <a:xfrm flipH="1">
            <a:off x="7610447" y="3370192"/>
            <a:ext cx="502160" cy="856575"/>
          </a:xfrm>
          <a:prstGeom prst="straightConnector1">
            <a:avLst/>
          </a:prstGeom>
          <a:ln w="3492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275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</Words>
  <Application>Microsoft Office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HeokJune</dc:creator>
  <cp:lastModifiedBy>HeokJune</cp:lastModifiedBy>
  <cp:revision>1</cp:revision>
  <dcterms:created xsi:type="dcterms:W3CDTF">2023-05-04T07:13:48Z</dcterms:created>
  <dcterms:modified xsi:type="dcterms:W3CDTF">2023-05-04T07:20:10Z</dcterms:modified>
</cp:coreProperties>
</file>