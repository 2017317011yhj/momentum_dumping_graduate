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0" autoAdjust="0"/>
    <p:restoredTop sz="94660"/>
  </p:normalViewPr>
  <p:slideViewPr>
    <p:cSldViewPr snapToGrid="0">
      <p:cViewPr>
        <p:scale>
          <a:sx n="125" d="100"/>
          <a:sy n="125" d="100"/>
        </p:scale>
        <p:origin x="-4914" y="-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981060-4821-6FC8-7F84-D5FEBB2698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01D1A0C-8524-5F80-AC8C-EED44376C7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1A2759B-59F0-742B-9E17-78C27DA95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B9A3D-8AC6-4E2A-A34B-7E61E9F0C020}" type="datetimeFigureOut">
              <a:rPr lang="ko-KR" altLang="en-US" smtClean="0"/>
              <a:t>2023-12-24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FA2F259-BAC4-2440-9A34-934E142097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150CEF0-C0E5-D496-C685-04A18EFD8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D20A99-4C79-4785-A708-098FCBF9EC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46947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4CBE1C-F076-0D02-EAE6-D218D1717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ED3597D-A8B0-738E-2FE0-949AE3B07E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7CB0D03-C1BE-F634-F936-83AF5C1998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B9A3D-8AC6-4E2A-A34B-7E61E9F0C020}" type="datetimeFigureOut">
              <a:rPr lang="ko-KR" altLang="en-US" smtClean="0"/>
              <a:t>2023-12-24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3A04F2F-3C45-7F82-3F3D-A0C8ED490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979D69D-8E5B-BD02-FDE9-71BF8A50F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D20A99-4C79-4785-A708-098FCBF9EC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56703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69F558-4585-4D97-150B-92CC72D88B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B3EFAE3-5539-F1DF-2510-B860ECAF56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A15A479-D4DD-FFC5-9BDB-C17977AD03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B9A3D-8AC6-4E2A-A34B-7E61E9F0C020}" type="datetimeFigureOut">
              <a:rPr lang="ko-KR" altLang="en-US" smtClean="0"/>
              <a:t>2023-12-24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9EC0BEF-85D7-CAEE-9F84-1552B05204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21B437F-DDB5-5B78-6D23-4C048258A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D20A99-4C79-4785-A708-098FCBF9EC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76839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A240D0-8C33-9F97-B489-25AF73ADF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34A2964-7946-3B4F-016F-92F4B8BC6C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7850E30-B400-261F-E730-78E002DCC1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C67A97F-4BE3-2180-51C6-E3D2B853C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B9A3D-8AC6-4E2A-A34B-7E61E9F0C020}" type="datetimeFigureOut">
              <a:rPr lang="ko-KR" altLang="en-US" smtClean="0"/>
              <a:t>2023-12-24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DF06D06-4E23-2851-A04F-F19E42510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942091B-F058-D644-4648-87428045A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D20A99-4C79-4785-A708-098FCBF9EC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12919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18E9DD-CB26-B3DD-DAB0-85318CC3CA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9F714FF-97DB-ED58-7A0C-8CCB9BF4FE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254C1F8-375C-2FD1-2894-DACEC67454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300A4C0-1005-6223-3799-FD3319CD8B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6EDC37A-F6CE-F568-2066-9DE3DB5B6E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D83B6FE-D5BD-76C0-9383-133705B78E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B9A3D-8AC6-4E2A-A34B-7E61E9F0C020}" type="datetimeFigureOut">
              <a:rPr lang="ko-KR" altLang="en-US" smtClean="0"/>
              <a:t>2023-12-24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F599E24-76F5-2BE9-C99D-924552664F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9354ADA-994A-1756-2D67-614F857DB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D20A99-4C79-4785-A708-098FCBF9EC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30685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8EC600-2FC7-50ED-7738-3D7F5DB9E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E1C24D2-5840-8F6B-E765-47B6155EED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B9A3D-8AC6-4E2A-A34B-7E61E9F0C020}" type="datetimeFigureOut">
              <a:rPr lang="ko-KR" altLang="en-US" smtClean="0"/>
              <a:t>2023-12-24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C137D56-02EC-77DA-74EB-2B26D12535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F91B259-AC85-842C-41FC-0962E6F46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D20A99-4C79-4785-A708-098FCBF9EC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71721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FA0946E-4440-1DD0-2B40-5E8E56815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B9A3D-8AC6-4E2A-A34B-7E61E9F0C020}" type="datetimeFigureOut">
              <a:rPr lang="ko-KR" altLang="en-US" smtClean="0"/>
              <a:t>2023-12-24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C1D3B67-2594-BB0D-BDED-368FA59CD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0947BD3-19C0-754F-F5AB-3D4966273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D20A99-4C79-4785-A708-098FCBF9EC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10737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D8C789-BE37-D627-35E8-5CBB1CDF8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6CC9028-134B-D15C-4256-73316BF96B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0DEAF96-4BAB-B771-A7AE-9913C621F9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574F5BA-1B16-BEEA-5F09-4E7215B41B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B9A3D-8AC6-4E2A-A34B-7E61E9F0C020}" type="datetimeFigureOut">
              <a:rPr lang="ko-KR" altLang="en-US" smtClean="0"/>
              <a:t>2023-12-24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12DAB35-C14A-A730-6D47-B7F5AF3876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F06379E-1E0E-BF33-9DA3-205865A6A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D20A99-4C79-4785-A708-098FCBF9EC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19880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E97D57-B328-6C0C-6D7C-BFD2D24D79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6501069-F1D6-3A33-7A1B-D89E5F5E76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8A046C9-6F44-49CB-D506-2E3C203E36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60CB724-F2B0-F41C-907C-7718989DC2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B9A3D-8AC6-4E2A-A34B-7E61E9F0C020}" type="datetimeFigureOut">
              <a:rPr lang="ko-KR" altLang="en-US" smtClean="0"/>
              <a:t>2023-12-24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F77729F-C941-E052-C66A-D1B632F326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5B825FB-946A-3C4E-289E-22BC47A15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D20A99-4C79-4785-A708-098FCBF9EC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33494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60976E-57C8-E1A7-2D7F-C199682E7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643A522-D8E3-04F8-88A7-D752232528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DA6BA26-EC9F-DA5C-5965-126E4BE44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B9A3D-8AC6-4E2A-A34B-7E61E9F0C020}" type="datetimeFigureOut">
              <a:rPr lang="ko-KR" altLang="en-US" smtClean="0"/>
              <a:t>2023-12-24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7E9C20-AFBA-1F86-2B3F-37DAA85F4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17D9EE1-9774-9F28-0BA1-B00B92F56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D20A99-4C79-4785-A708-098FCBF9EC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9368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C18370A-D57F-8CB1-925E-8C379A9CE2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00E1A6C-362F-E228-9E0A-569CB1F9E5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79C8BB0-8A9C-0532-5B8E-6C1D44357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B9A3D-8AC6-4E2A-A34B-7E61E9F0C020}" type="datetimeFigureOut">
              <a:rPr lang="ko-KR" altLang="en-US" smtClean="0"/>
              <a:t>2023-12-24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A154F35-D6F1-7C47-B2BA-7B774C5D2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64971E5-BF94-B3DE-4ADA-41A0C3F46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D20A99-4C79-4785-A708-098FCBF9EC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48761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9E709BD-AAE6-34AF-6DCF-8D74306A46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307EBEF-EDA0-D99C-73B6-72242A813B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57B7B8B-9AAB-01D9-4F16-09B7B54CDF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AB9A3D-8AC6-4E2A-A34B-7E61E9F0C020}" type="datetimeFigureOut">
              <a:rPr lang="ko-KR" altLang="en-US" smtClean="0"/>
              <a:t>2023-12-24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D28575D-87A9-B5D9-87CA-DC10315D10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ADE1B49-83D5-EB27-E074-68893F6216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D20A99-4C79-4785-A708-098FCBF9EC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0834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jpe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47" name="직선 화살표 연결선 1046">
            <a:extLst>
              <a:ext uri="{FF2B5EF4-FFF2-40B4-BE49-F238E27FC236}">
                <a16:creationId xmlns:a16="http://schemas.microsoft.com/office/drawing/2014/main" id="{06389C41-1971-8B29-3115-2C2C929448B0}"/>
              </a:ext>
            </a:extLst>
          </p:cNvPr>
          <p:cNvCxnSpPr>
            <a:cxnSpLocks/>
          </p:cNvCxnSpPr>
          <p:nvPr/>
        </p:nvCxnSpPr>
        <p:spPr>
          <a:xfrm flipH="1" flipV="1">
            <a:off x="8108224" y="3656659"/>
            <a:ext cx="182498" cy="614709"/>
          </a:xfrm>
          <a:prstGeom prst="straightConnector1">
            <a:avLst/>
          </a:prstGeom>
          <a:ln w="15875" cap="rnd">
            <a:solidFill>
              <a:srgbClr val="FF0000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4" name="직사각형 1053">
            <a:extLst>
              <a:ext uri="{FF2B5EF4-FFF2-40B4-BE49-F238E27FC236}">
                <a16:creationId xmlns:a16="http://schemas.microsoft.com/office/drawing/2014/main" id="{A9771A32-C6D4-AE80-71AD-A76EB983DB98}"/>
              </a:ext>
            </a:extLst>
          </p:cNvPr>
          <p:cNvSpPr/>
          <p:nvPr/>
        </p:nvSpPr>
        <p:spPr>
          <a:xfrm rot="2366635">
            <a:off x="7934875" y="3780960"/>
            <a:ext cx="538854" cy="365792"/>
          </a:xfrm>
          <a:prstGeom prst="rect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26" name="Picture 2" descr="The perifocal reference frame.">
            <a:extLst>
              <a:ext uri="{FF2B5EF4-FFF2-40B4-BE49-F238E27FC236}">
                <a16:creationId xmlns:a16="http://schemas.microsoft.com/office/drawing/2014/main" id="{BBE6A4BE-D1E4-045D-646D-46B3D91331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589" y="339613"/>
            <a:ext cx="3307637" cy="20254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11AC2D2B-027D-5772-2262-52561B96B340}"/>
              </a:ext>
            </a:extLst>
          </p:cNvPr>
          <p:cNvCxnSpPr>
            <a:cxnSpLocks/>
          </p:cNvCxnSpPr>
          <p:nvPr/>
        </p:nvCxnSpPr>
        <p:spPr>
          <a:xfrm flipV="1">
            <a:off x="6830283" y="763689"/>
            <a:ext cx="0" cy="1325461"/>
          </a:xfrm>
          <a:prstGeom prst="straightConnector1">
            <a:avLst/>
          </a:prstGeom>
          <a:ln w="31750" cap="rnd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2A32D09A-8EEE-DC27-5083-22E868292E0D}"/>
              </a:ext>
            </a:extLst>
          </p:cNvPr>
          <p:cNvCxnSpPr>
            <a:cxnSpLocks/>
          </p:cNvCxnSpPr>
          <p:nvPr/>
        </p:nvCxnSpPr>
        <p:spPr>
          <a:xfrm>
            <a:off x="6830281" y="2089149"/>
            <a:ext cx="931387" cy="726995"/>
          </a:xfrm>
          <a:prstGeom prst="straightConnector1">
            <a:avLst/>
          </a:prstGeom>
          <a:ln w="31750" cap="rnd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3B2DA4E4-DA53-AF62-2A76-2D65CAF7D68D}"/>
              </a:ext>
            </a:extLst>
          </p:cNvPr>
          <p:cNvCxnSpPr>
            <a:cxnSpLocks/>
          </p:cNvCxnSpPr>
          <p:nvPr/>
        </p:nvCxnSpPr>
        <p:spPr>
          <a:xfrm flipV="1">
            <a:off x="6830282" y="1572732"/>
            <a:ext cx="1094043" cy="516417"/>
          </a:xfrm>
          <a:prstGeom prst="straightConnector1">
            <a:avLst/>
          </a:prstGeom>
          <a:ln w="31750" cap="rnd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타원 11">
            <a:extLst>
              <a:ext uri="{FF2B5EF4-FFF2-40B4-BE49-F238E27FC236}">
                <a16:creationId xmlns:a16="http://schemas.microsoft.com/office/drawing/2014/main" id="{F54798EC-09E1-2E31-6067-721F99ACE5E6}"/>
              </a:ext>
            </a:extLst>
          </p:cNvPr>
          <p:cNvSpPr/>
          <p:nvPr/>
        </p:nvSpPr>
        <p:spPr>
          <a:xfrm>
            <a:off x="1047988" y="3657792"/>
            <a:ext cx="2890456" cy="167038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FB11309-1CC7-61D7-C480-92FBDEA07491}"/>
                  </a:ext>
                </a:extLst>
              </p:cNvPr>
              <p:cNvSpPr txBox="1"/>
              <p:nvPr/>
            </p:nvSpPr>
            <p:spPr>
              <a:xfrm>
                <a:off x="7525949" y="2789763"/>
                <a:ext cx="582275" cy="2984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𝑝𝑒𝑟𝑖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FB11309-1CC7-61D7-C480-92FBDEA074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25949" y="2789763"/>
                <a:ext cx="582275" cy="298415"/>
              </a:xfrm>
              <a:prstGeom prst="rect">
                <a:avLst/>
              </a:prstGeom>
              <a:blipFill>
                <a:blip r:embed="rId3"/>
                <a:stretch>
                  <a:fillRect l="-7368" r="-5263" b="-2653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F42F9DA-4918-4C9F-1CCA-BBCF1A34CEB9}"/>
                  </a:ext>
                </a:extLst>
              </p:cNvPr>
              <p:cNvSpPr txBox="1"/>
              <p:nvPr/>
            </p:nvSpPr>
            <p:spPr>
              <a:xfrm>
                <a:off x="7924325" y="1397143"/>
                <a:ext cx="544893" cy="2984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𝑝𝑒𝑟𝑖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F42F9DA-4918-4C9F-1CCA-BBCF1A34CE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4325" y="1397143"/>
                <a:ext cx="544893" cy="298415"/>
              </a:xfrm>
              <a:prstGeom prst="rect">
                <a:avLst/>
              </a:prstGeom>
              <a:blipFill>
                <a:blip r:embed="rId4"/>
                <a:stretch>
                  <a:fillRect l="-7865" r="-5618" b="-2653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4EF76A1-4FA0-E3EB-0A68-E3D7F0EEA896}"/>
                  </a:ext>
                </a:extLst>
              </p:cNvPr>
              <p:cNvSpPr txBox="1"/>
              <p:nvPr/>
            </p:nvSpPr>
            <p:spPr>
              <a:xfrm>
                <a:off x="6557834" y="465274"/>
                <a:ext cx="572849" cy="2984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𝑝𝑒𝑟𝑖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4EF76A1-4FA0-E3EB-0A68-E3D7F0EEA8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7834" y="465274"/>
                <a:ext cx="572849" cy="298415"/>
              </a:xfrm>
              <a:prstGeom prst="rect">
                <a:avLst/>
              </a:prstGeom>
              <a:blipFill>
                <a:blip r:embed="rId5"/>
                <a:stretch>
                  <a:fillRect l="-7447" r="-4255" b="-2653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타원 17">
            <a:extLst>
              <a:ext uri="{FF2B5EF4-FFF2-40B4-BE49-F238E27FC236}">
                <a16:creationId xmlns:a16="http://schemas.microsoft.com/office/drawing/2014/main" id="{F72114CD-E568-1043-096C-ACDC3B2B19C3}"/>
              </a:ext>
            </a:extLst>
          </p:cNvPr>
          <p:cNvSpPr/>
          <p:nvPr/>
        </p:nvSpPr>
        <p:spPr>
          <a:xfrm>
            <a:off x="7650561" y="1958937"/>
            <a:ext cx="72000" cy="72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2D2CDD88-7AD1-7716-F740-9FBB8E3F5C33}"/>
              </a:ext>
            </a:extLst>
          </p:cNvPr>
          <p:cNvCxnSpPr>
            <a:cxnSpLocks/>
            <a:endCxn id="18" idx="2"/>
          </p:cNvCxnSpPr>
          <p:nvPr/>
        </p:nvCxnSpPr>
        <p:spPr>
          <a:xfrm flipV="1">
            <a:off x="6884160" y="1994937"/>
            <a:ext cx="766401" cy="97029"/>
          </a:xfrm>
          <a:prstGeom prst="line">
            <a:avLst/>
          </a:prstGeom>
          <a:ln w="158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연결선: 구부러짐 23">
            <a:extLst>
              <a:ext uri="{FF2B5EF4-FFF2-40B4-BE49-F238E27FC236}">
                <a16:creationId xmlns:a16="http://schemas.microsoft.com/office/drawing/2014/main" id="{E1A879C1-1399-D82D-1C51-F3E1AF27422F}"/>
              </a:ext>
            </a:extLst>
          </p:cNvPr>
          <p:cNvCxnSpPr>
            <a:cxnSpLocks/>
          </p:cNvCxnSpPr>
          <p:nvPr/>
        </p:nvCxnSpPr>
        <p:spPr>
          <a:xfrm rot="10800000">
            <a:off x="7724158" y="1997847"/>
            <a:ext cx="517611" cy="409860"/>
          </a:xfrm>
          <a:prstGeom prst="curved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CD0F73D0-5C58-3829-88A1-8394D9EEFB90}"/>
              </a:ext>
            </a:extLst>
          </p:cNvPr>
          <p:cNvSpPr txBox="1"/>
          <p:nvPr/>
        </p:nvSpPr>
        <p:spPr>
          <a:xfrm>
            <a:off x="8196771" y="2065212"/>
            <a:ext cx="11289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Satellite Position</a:t>
            </a:r>
            <a:endParaRPr lang="ko-KR" altLang="en-US" dirty="0"/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2EA37483-F309-B61B-BC6F-B6C6145118A4}"/>
              </a:ext>
            </a:extLst>
          </p:cNvPr>
          <p:cNvSpPr/>
          <p:nvPr/>
        </p:nvSpPr>
        <p:spPr>
          <a:xfrm rot="2140710">
            <a:off x="5054550" y="1025759"/>
            <a:ext cx="2890456" cy="167038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E17CDAD1-9D96-0CC2-04F6-17ADA49407B2}"/>
              </a:ext>
            </a:extLst>
          </p:cNvPr>
          <p:cNvCxnSpPr>
            <a:cxnSpLocks/>
          </p:cNvCxnSpPr>
          <p:nvPr/>
        </p:nvCxnSpPr>
        <p:spPr>
          <a:xfrm>
            <a:off x="3199532" y="4492983"/>
            <a:ext cx="1086141" cy="0"/>
          </a:xfrm>
          <a:prstGeom prst="straightConnector1">
            <a:avLst/>
          </a:prstGeom>
          <a:ln w="31750" cap="rnd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75DB4C14-E0FC-9CD0-AD0A-BE4C8E2227FC}"/>
              </a:ext>
            </a:extLst>
          </p:cNvPr>
          <p:cNvCxnSpPr>
            <a:cxnSpLocks/>
          </p:cNvCxnSpPr>
          <p:nvPr/>
        </p:nvCxnSpPr>
        <p:spPr>
          <a:xfrm flipV="1">
            <a:off x="3198667" y="3429000"/>
            <a:ext cx="0" cy="1063983"/>
          </a:xfrm>
          <a:prstGeom prst="straightConnector1">
            <a:avLst/>
          </a:prstGeom>
          <a:ln w="31750" cap="rnd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7D33724F-EA4D-4E8A-4000-64F51BD039F3}"/>
                  </a:ext>
                </a:extLst>
              </p:cNvPr>
              <p:cNvSpPr txBox="1"/>
              <p:nvPr/>
            </p:nvSpPr>
            <p:spPr>
              <a:xfrm>
                <a:off x="4299720" y="4303372"/>
                <a:ext cx="582275" cy="2984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𝑝𝑒𝑟𝑖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7D33724F-EA4D-4E8A-4000-64F51BD039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9720" y="4303372"/>
                <a:ext cx="582275" cy="298415"/>
              </a:xfrm>
              <a:prstGeom prst="rect">
                <a:avLst/>
              </a:prstGeom>
              <a:blipFill>
                <a:blip r:embed="rId6"/>
                <a:stretch>
                  <a:fillRect l="-6250" r="-4167" b="-2653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B225769E-4646-09C6-3A3C-7BF5F400B43F}"/>
                  </a:ext>
                </a:extLst>
              </p:cNvPr>
              <p:cNvSpPr txBox="1"/>
              <p:nvPr/>
            </p:nvSpPr>
            <p:spPr>
              <a:xfrm>
                <a:off x="2926220" y="3119233"/>
                <a:ext cx="544893" cy="2984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𝑝𝑒𝑟𝑖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B225769E-4646-09C6-3A3C-7BF5F400B4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6220" y="3119233"/>
                <a:ext cx="544893" cy="298415"/>
              </a:xfrm>
              <a:prstGeom prst="rect">
                <a:avLst/>
              </a:prstGeom>
              <a:blipFill>
                <a:blip r:embed="rId7"/>
                <a:stretch>
                  <a:fillRect l="-6742" r="-5618" b="-2653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타원 34">
            <a:extLst>
              <a:ext uri="{FF2B5EF4-FFF2-40B4-BE49-F238E27FC236}">
                <a16:creationId xmlns:a16="http://schemas.microsoft.com/office/drawing/2014/main" id="{CB71B52E-29CD-6BFC-86C5-4FCB64E4A4B9}"/>
              </a:ext>
            </a:extLst>
          </p:cNvPr>
          <p:cNvSpPr/>
          <p:nvPr/>
        </p:nvSpPr>
        <p:spPr>
          <a:xfrm>
            <a:off x="3532556" y="3897613"/>
            <a:ext cx="72000" cy="72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BAF4B5B2-7F0E-E2EE-C740-23AA180B44F7}"/>
              </a:ext>
            </a:extLst>
          </p:cNvPr>
          <p:cNvCxnSpPr>
            <a:cxnSpLocks/>
            <a:endCxn id="35" idx="3"/>
          </p:cNvCxnSpPr>
          <p:nvPr/>
        </p:nvCxnSpPr>
        <p:spPr>
          <a:xfrm flipV="1">
            <a:off x="3198666" y="3959069"/>
            <a:ext cx="344434" cy="528238"/>
          </a:xfrm>
          <a:prstGeom prst="line">
            <a:avLst/>
          </a:prstGeom>
          <a:ln w="158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B8C63031-7A9E-F6C4-31B2-0E42669019D1}"/>
              </a:ext>
            </a:extLst>
          </p:cNvPr>
          <p:cNvCxnSpPr>
            <a:cxnSpLocks/>
          </p:cNvCxnSpPr>
          <p:nvPr/>
        </p:nvCxnSpPr>
        <p:spPr>
          <a:xfrm flipV="1">
            <a:off x="3200065" y="3792649"/>
            <a:ext cx="0" cy="1427051"/>
          </a:xfrm>
          <a:prstGeom prst="line">
            <a:avLst/>
          </a:prstGeom>
          <a:ln w="158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2A117429-0B70-D6FF-5E31-16290941BA48}"/>
              </a:ext>
            </a:extLst>
          </p:cNvPr>
          <p:cNvCxnSpPr>
            <a:cxnSpLocks/>
            <a:stCxn id="12" idx="2"/>
            <a:endCxn id="12" idx="6"/>
          </p:cNvCxnSpPr>
          <p:nvPr/>
        </p:nvCxnSpPr>
        <p:spPr>
          <a:xfrm>
            <a:off x="1047988" y="4492984"/>
            <a:ext cx="2890456" cy="0"/>
          </a:xfrm>
          <a:prstGeom prst="line">
            <a:avLst/>
          </a:prstGeom>
          <a:ln w="158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99C74B7A-B2B1-4E30-4826-E92F493E4C0B}"/>
              </a:ext>
            </a:extLst>
          </p:cNvPr>
          <p:cNvCxnSpPr>
            <a:cxnSpLocks/>
          </p:cNvCxnSpPr>
          <p:nvPr/>
        </p:nvCxnSpPr>
        <p:spPr>
          <a:xfrm>
            <a:off x="1047988" y="4448534"/>
            <a:ext cx="1444530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BA93BFC3-24C6-1A8D-B622-2C684FFC67C2}"/>
              </a:ext>
            </a:extLst>
          </p:cNvPr>
          <p:cNvCxnSpPr>
            <a:stCxn id="12" idx="0"/>
            <a:endCxn id="12" idx="4"/>
          </p:cNvCxnSpPr>
          <p:nvPr/>
        </p:nvCxnSpPr>
        <p:spPr>
          <a:xfrm>
            <a:off x="2493216" y="3657792"/>
            <a:ext cx="0" cy="1670383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D6C0FFCC-77EB-A9CD-7EBB-86E109FE6A71}"/>
                  </a:ext>
                </a:extLst>
              </p:cNvPr>
              <p:cNvSpPr txBox="1"/>
              <p:nvPr/>
            </p:nvSpPr>
            <p:spPr>
              <a:xfrm>
                <a:off x="3487602" y="3964653"/>
                <a:ext cx="19582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D6C0FFCC-77EB-A9CD-7EBB-86E109FE6A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7602" y="3964653"/>
                <a:ext cx="195823" cy="276999"/>
              </a:xfrm>
              <a:prstGeom prst="rect">
                <a:avLst/>
              </a:prstGeom>
              <a:blipFill>
                <a:blip r:embed="rId8"/>
                <a:stretch>
                  <a:fillRect l="-9375" r="-9375" b="-217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80B7C016-1C5B-3148-17F8-D92EA148A741}"/>
                  </a:ext>
                </a:extLst>
              </p:cNvPr>
              <p:cNvSpPr txBox="1"/>
              <p:nvPr/>
            </p:nvSpPr>
            <p:spPr>
              <a:xfrm>
                <a:off x="1716611" y="4182387"/>
                <a:ext cx="21563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80B7C016-1C5B-3148-17F8-D92EA148A7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6611" y="4182387"/>
                <a:ext cx="215636" cy="276999"/>
              </a:xfrm>
              <a:prstGeom prst="rect">
                <a:avLst/>
              </a:prstGeom>
              <a:blipFill>
                <a:blip r:embed="rId9"/>
                <a:stretch>
                  <a:fillRect l="-8571" r="-8571" b="-217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CC0DC58D-3D9A-F51E-7B19-5D0FD82F2197}"/>
              </a:ext>
            </a:extLst>
          </p:cNvPr>
          <p:cNvCxnSpPr>
            <a:cxnSpLocks/>
          </p:cNvCxnSpPr>
          <p:nvPr/>
        </p:nvCxnSpPr>
        <p:spPr>
          <a:xfrm>
            <a:off x="2492518" y="4449089"/>
            <a:ext cx="684000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E46B86ED-303C-AC7D-8721-548E3D317873}"/>
                  </a:ext>
                </a:extLst>
              </p:cNvPr>
              <p:cNvSpPr txBox="1"/>
              <p:nvPr/>
            </p:nvSpPr>
            <p:spPr>
              <a:xfrm>
                <a:off x="2631316" y="4182387"/>
                <a:ext cx="32887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𝑎𝑒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E46B86ED-303C-AC7D-8721-548E3D3178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1316" y="4182387"/>
                <a:ext cx="328873" cy="276999"/>
              </a:xfrm>
              <a:prstGeom prst="rect">
                <a:avLst/>
              </a:prstGeom>
              <a:blipFill>
                <a:blip r:embed="rId10"/>
                <a:stretch>
                  <a:fillRect l="-5556" r="-5556" b="-217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3" name="직선 화살표 연결선 52">
            <a:extLst>
              <a:ext uri="{FF2B5EF4-FFF2-40B4-BE49-F238E27FC236}">
                <a16:creationId xmlns:a16="http://schemas.microsoft.com/office/drawing/2014/main" id="{5126815D-7549-9F15-C9F1-A36ACE1BA285}"/>
              </a:ext>
            </a:extLst>
          </p:cNvPr>
          <p:cNvCxnSpPr>
            <a:cxnSpLocks/>
          </p:cNvCxnSpPr>
          <p:nvPr/>
        </p:nvCxnSpPr>
        <p:spPr>
          <a:xfrm>
            <a:off x="3201918" y="4555076"/>
            <a:ext cx="720000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747811FE-88FB-A5F5-E653-4910EFD36F8D}"/>
                  </a:ext>
                </a:extLst>
              </p:cNvPr>
              <p:cNvSpPr txBox="1"/>
              <p:nvPr/>
            </p:nvSpPr>
            <p:spPr>
              <a:xfrm>
                <a:off x="3288639" y="4551286"/>
                <a:ext cx="545406" cy="1615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05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altLang="ko-KR" sz="1050" b="0" i="1" smtClean="0">
                          <a:latin typeface="Cambria Math" panose="02040503050406030204" pitchFamily="18" charset="0"/>
                        </a:rPr>
                        <m:t>(1−</m:t>
                      </m:r>
                      <m:r>
                        <a:rPr lang="en-US" altLang="ko-KR" sz="1050" b="0" i="1" smtClean="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altLang="ko-KR" sz="105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sz="1050" dirty="0"/>
              </a:p>
            </p:txBody>
          </p:sp>
        </mc:Choice>
        <mc:Fallback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747811FE-88FB-A5F5-E653-4910EFD36F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8639" y="4551286"/>
                <a:ext cx="545406" cy="161583"/>
              </a:xfrm>
              <a:prstGeom prst="rect">
                <a:avLst/>
              </a:prstGeom>
              <a:blipFill>
                <a:blip r:embed="rId11"/>
                <a:stretch>
                  <a:fillRect l="-1111" t="-3846" r="-6667" b="-4230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원호 54">
            <a:extLst>
              <a:ext uri="{FF2B5EF4-FFF2-40B4-BE49-F238E27FC236}">
                <a16:creationId xmlns:a16="http://schemas.microsoft.com/office/drawing/2014/main" id="{D257632E-6882-5D72-ECFE-9254CC728E7C}"/>
              </a:ext>
            </a:extLst>
          </p:cNvPr>
          <p:cNvSpPr/>
          <p:nvPr/>
        </p:nvSpPr>
        <p:spPr>
          <a:xfrm>
            <a:off x="3191097" y="4354484"/>
            <a:ext cx="193232" cy="277000"/>
          </a:xfrm>
          <a:prstGeom prst="arc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4F882679-DFBB-EF49-8C1C-E9C7B9AD032D}"/>
                  </a:ext>
                </a:extLst>
              </p:cNvPr>
              <p:cNvSpPr txBox="1"/>
              <p:nvPr/>
            </p:nvSpPr>
            <p:spPr>
              <a:xfrm>
                <a:off x="3362341" y="4201676"/>
                <a:ext cx="20274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𝜐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4F882679-DFBB-EF49-8C1C-E9C7B9AD03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2341" y="4201676"/>
                <a:ext cx="202748" cy="276999"/>
              </a:xfrm>
              <a:prstGeom prst="rect">
                <a:avLst/>
              </a:prstGeom>
              <a:blipFill>
                <a:blip r:embed="rId12"/>
                <a:stretch>
                  <a:fillRect l="-9091" r="-9091" b="-217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164C59C9-203C-77C4-94EB-BE41F140261C}"/>
              </a:ext>
            </a:extLst>
          </p:cNvPr>
          <p:cNvCxnSpPr>
            <a:cxnSpLocks/>
          </p:cNvCxnSpPr>
          <p:nvPr/>
        </p:nvCxnSpPr>
        <p:spPr>
          <a:xfrm flipV="1">
            <a:off x="2330688" y="3650141"/>
            <a:ext cx="0" cy="84111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3A7B40FE-83A6-A287-49B7-864937E45DFE}"/>
                  </a:ext>
                </a:extLst>
              </p:cNvPr>
              <p:cNvSpPr txBox="1"/>
              <p:nvPr/>
            </p:nvSpPr>
            <p:spPr>
              <a:xfrm>
                <a:off x="2147285" y="3877568"/>
                <a:ext cx="21185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3A7B40FE-83A6-A287-49B7-864937E45D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7285" y="3877568"/>
                <a:ext cx="211853" cy="276999"/>
              </a:xfrm>
              <a:prstGeom prst="rect">
                <a:avLst/>
              </a:prstGeom>
              <a:blipFill>
                <a:blip r:embed="rId13"/>
                <a:stretch>
                  <a:fillRect l="-20000" r="-17143" b="-1087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8145D437-C1BD-7B4E-4E55-85BA52214C2C}"/>
              </a:ext>
            </a:extLst>
          </p:cNvPr>
          <p:cNvCxnSpPr>
            <a:cxnSpLocks/>
          </p:cNvCxnSpPr>
          <p:nvPr/>
        </p:nvCxnSpPr>
        <p:spPr>
          <a:xfrm flipV="1">
            <a:off x="3062161" y="3728361"/>
            <a:ext cx="0" cy="770541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0EB0C543-79F5-4DFC-FC45-6EC9924A50CE}"/>
                  </a:ext>
                </a:extLst>
              </p:cNvPr>
              <p:cNvSpPr txBox="1"/>
              <p:nvPr/>
            </p:nvSpPr>
            <p:spPr>
              <a:xfrm>
                <a:off x="2843642" y="3871790"/>
                <a:ext cx="21281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0EB0C543-79F5-4DFC-FC45-6EC9924A50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3642" y="3871790"/>
                <a:ext cx="212814" cy="276999"/>
              </a:xfrm>
              <a:prstGeom prst="rect">
                <a:avLst/>
              </a:prstGeom>
              <a:blipFill>
                <a:blip r:embed="rId14"/>
                <a:stretch>
                  <a:fillRect l="-20000" r="-20000" b="-2826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24" name="직선 화살표 연결선 1023">
            <a:extLst>
              <a:ext uri="{FF2B5EF4-FFF2-40B4-BE49-F238E27FC236}">
                <a16:creationId xmlns:a16="http://schemas.microsoft.com/office/drawing/2014/main" id="{36D1EB22-E4FF-D017-9659-F2EF4CE18E32}"/>
              </a:ext>
            </a:extLst>
          </p:cNvPr>
          <p:cNvCxnSpPr>
            <a:cxnSpLocks/>
          </p:cNvCxnSpPr>
          <p:nvPr/>
        </p:nvCxnSpPr>
        <p:spPr>
          <a:xfrm flipV="1">
            <a:off x="7569673" y="5221386"/>
            <a:ext cx="1626470" cy="722"/>
          </a:xfrm>
          <a:prstGeom prst="straightConnector1">
            <a:avLst/>
          </a:prstGeom>
          <a:ln w="31750" cap="rnd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028" name="TextBox 1027">
                <a:extLst>
                  <a:ext uri="{FF2B5EF4-FFF2-40B4-BE49-F238E27FC236}">
                    <a16:creationId xmlns:a16="http://schemas.microsoft.com/office/drawing/2014/main" id="{8F1E73EF-71D7-05B8-5490-A280DE7CCE3D}"/>
                  </a:ext>
                </a:extLst>
              </p:cNvPr>
              <p:cNvSpPr txBox="1"/>
              <p:nvPr/>
            </p:nvSpPr>
            <p:spPr>
              <a:xfrm>
                <a:off x="9325716" y="5070492"/>
                <a:ext cx="582275" cy="2984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𝑝𝑒𝑟𝑖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1028" name="TextBox 1027">
                <a:extLst>
                  <a:ext uri="{FF2B5EF4-FFF2-40B4-BE49-F238E27FC236}">
                    <a16:creationId xmlns:a16="http://schemas.microsoft.com/office/drawing/2014/main" id="{8F1E73EF-71D7-05B8-5490-A280DE7CCE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25716" y="5070492"/>
                <a:ext cx="582275" cy="298415"/>
              </a:xfrm>
              <a:prstGeom prst="rect">
                <a:avLst/>
              </a:prstGeom>
              <a:blipFill>
                <a:blip r:embed="rId15"/>
                <a:stretch>
                  <a:fillRect l="-7368" r="-5263" b="-2653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29" name="직선 화살표 연결선 1028">
            <a:extLst>
              <a:ext uri="{FF2B5EF4-FFF2-40B4-BE49-F238E27FC236}">
                <a16:creationId xmlns:a16="http://schemas.microsoft.com/office/drawing/2014/main" id="{B83B57ED-0B5F-B208-D896-718DEE3AF19A}"/>
              </a:ext>
            </a:extLst>
          </p:cNvPr>
          <p:cNvCxnSpPr>
            <a:cxnSpLocks/>
          </p:cNvCxnSpPr>
          <p:nvPr/>
        </p:nvCxnSpPr>
        <p:spPr>
          <a:xfrm flipV="1">
            <a:off x="7561202" y="3969613"/>
            <a:ext cx="0" cy="1250086"/>
          </a:xfrm>
          <a:prstGeom prst="straightConnector1">
            <a:avLst/>
          </a:prstGeom>
          <a:ln w="31750" cap="rnd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031" name="TextBox 1030">
                <a:extLst>
                  <a:ext uri="{FF2B5EF4-FFF2-40B4-BE49-F238E27FC236}">
                    <a16:creationId xmlns:a16="http://schemas.microsoft.com/office/drawing/2014/main" id="{0113034A-5182-EB25-7A8A-3912DC4AF469}"/>
                  </a:ext>
                </a:extLst>
              </p:cNvPr>
              <p:cNvSpPr txBox="1"/>
              <p:nvPr/>
            </p:nvSpPr>
            <p:spPr>
              <a:xfrm>
                <a:off x="7272193" y="3595170"/>
                <a:ext cx="544893" cy="2984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𝑝𝑒𝑟𝑖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1031" name="TextBox 1030">
                <a:extLst>
                  <a:ext uri="{FF2B5EF4-FFF2-40B4-BE49-F238E27FC236}">
                    <a16:creationId xmlns:a16="http://schemas.microsoft.com/office/drawing/2014/main" id="{0113034A-5182-EB25-7A8A-3912DC4AF4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2193" y="3595170"/>
                <a:ext cx="544893" cy="298415"/>
              </a:xfrm>
              <a:prstGeom prst="rect">
                <a:avLst/>
              </a:prstGeom>
              <a:blipFill>
                <a:blip r:embed="rId16"/>
                <a:stretch>
                  <a:fillRect l="-7865" r="-5618" b="-2653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32" name="타원 1031">
            <a:extLst>
              <a:ext uri="{FF2B5EF4-FFF2-40B4-BE49-F238E27FC236}">
                <a16:creationId xmlns:a16="http://schemas.microsoft.com/office/drawing/2014/main" id="{113FCA39-756F-608C-71EB-3554A6A866E6}"/>
              </a:ext>
            </a:extLst>
          </p:cNvPr>
          <p:cNvSpPr/>
          <p:nvPr/>
        </p:nvSpPr>
        <p:spPr>
          <a:xfrm rot="21085542">
            <a:off x="8258215" y="4246621"/>
            <a:ext cx="72000" cy="72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33" name="직선 연결선 1032">
            <a:extLst>
              <a:ext uri="{FF2B5EF4-FFF2-40B4-BE49-F238E27FC236}">
                <a16:creationId xmlns:a16="http://schemas.microsoft.com/office/drawing/2014/main" id="{752980D2-D16E-BB0F-A18C-CCA2D1F59E24}"/>
              </a:ext>
            </a:extLst>
          </p:cNvPr>
          <p:cNvCxnSpPr>
            <a:cxnSpLocks/>
            <a:endCxn id="1032" idx="3"/>
          </p:cNvCxnSpPr>
          <p:nvPr/>
        </p:nvCxnSpPr>
        <p:spPr>
          <a:xfrm flipV="1">
            <a:off x="7569673" y="4311588"/>
            <a:ext cx="703166" cy="908111"/>
          </a:xfrm>
          <a:prstGeom prst="line">
            <a:avLst/>
          </a:prstGeom>
          <a:ln w="158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4" name="원호 1033">
            <a:extLst>
              <a:ext uri="{FF2B5EF4-FFF2-40B4-BE49-F238E27FC236}">
                <a16:creationId xmlns:a16="http://schemas.microsoft.com/office/drawing/2014/main" id="{A24CA909-A26E-96E0-5F85-9EA4B960790A}"/>
              </a:ext>
            </a:extLst>
          </p:cNvPr>
          <p:cNvSpPr/>
          <p:nvPr/>
        </p:nvSpPr>
        <p:spPr>
          <a:xfrm>
            <a:off x="7589945" y="5070492"/>
            <a:ext cx="193232" cy="277000"/>
          </a:xfrm>
          <a:prstGeom prst="arc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36" name="TextBox 1035">
                <a:extLst>
                  <a:ext uri="{FF2B5EF4-FFF2-40B4-BE49-F238E27FC236}">
                    <a16:creationId xmlns:a16="http://schemas.microsoft.com/office/drawing/2014/main" id="{13BBDF27-7F17-63A5-91A7-4B6C1CFD994F}"/>
                  </a:ext>
                </a:extLst>
              </p:cNvPr>
              <p:cNvSpPr txBox="1"/>
              <p:nvPr/>
            </p:nvSpPr>
            <p:spPr>
              <a:xfrm>
                <a:off x="7811376" y="4917550"/>
                <a:ext cx="20274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𝜐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1036" name="TextBox 1035">
                <a:extLst>
                  <a:ext uri="{FF2B5EF4-FFF2-40B4-BE49-F238E27FC236}">
                    <a16:creationId xmlns:a16="http://schemas.microsoft.com/office/drawing/2014/main" id="{13BBDF27-7F17-63A5-91A7-4B6C1CFD99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1376" y="4917550"/>
                <a:ext cx="202748" cy="276999"/>
              </a:xfrm>
              <a:prstGeom prst="rect">
                <a:avLst/>
              </a:prstGeom>
              <a:blipFill>
                <a:blip r:embed="rId17"/>
                <a:stretch>
                  <a:fillRect l="-8824" r="-5882" b="-444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37" name="TextBox 1036">
                <a:extLst>
                  <a:ext uri="{FF2B5EF4-FFF2-40B4-BE49-F238E27FC236}">
                    <a16:creationId xmlns:a16="http://schemas.microsoft.com/office/drawing/2014/main" id="{0ECA8070-C5FE-69EB-D7C7-E8A036E994C0}"/>
                  </a:ext>
                </a:extLst>
              </p:cNvPr>
              <p:cNvSpPr txBox="1"/>
              <p:nvPr/>
            </p:nvSpPr>
            <p:spPr>
              <a:xfrm>
                <a:off x="7784282" y="4474314"/>
                <a:ext cx="20274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1037" name="TextBox 1036">
                <a:extLst>
                  <a:ext uri="{FF2B5EF4-FFF2-40B4-BE49-F238E27FC236}">
                    <a16:creationId xmlns:a16="http://schemas.microsoft.com/office/drawing/2014/main" id="{0ECA8070-C5FE-69EB-D7C7-E8A036E994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4282" y="4474314"/>
                <a:ext cx="202748" cy="276999"/>
              </a:xfrm>
              <a:prstGeom prst="rect">
                <a:avLst/>
              </a:prstGeom>
              <a:blipFill>
                <a:blip r:embed="rId18"/>
                <a:stretch>
                  <a:fillRect l="-9091" r="-6061" b="-444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41" name="직선 화살표 연결선 1040">
            <a:extLst>
              <a:ext uri="{FF2B5EF4-FFF2-40B4-BE49-F238E27FC236}">
                <a16:creationId xmlns:a16="http://schemas.microsoft.com/office/drawing/2014/main" id="{B12EC307-BAAA-C01C-3127-2846437B5139}"/>
              </a:ext>
            </a:extLst>
          </p:cNvPr>
          <p:cNvCxnSpPr>
            <a:cxnSpLocks/>
            <a:stCxn id="1032" idx="7"/>
          </p:cNvCxnSpPr>
          <p:nvPr/>
        </p:nvCxnSpPr>
        <p:spPr>
          <a:xfrm flipV="1">
            <a:off x="8315591" y="4000500"/>
            <a:ext cx="203316" cy="253154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3" name="직선 화살표 연결선 1042">
            <a:extLst>
              <a:ext uri="{FF2B5EF4-FFF2-40B4-BE49-F238E27FC236}">
                <a16:creationId xmlns:a16="http://schemas.microsoft.com/office/drawing/2014/main" id="{F95AC691-0355-36DF-7A8E-FFB5E3222428}"/>
              </a:ext>
            </a:extLst>
          </p:cNvPr>
          <p:cNvCxnSpPr>
            <a:cxnSpLocks/>
          </p:cNvCxnSpPr>
          <p:nvPr/>
        </p:nvCxnSpPr>
        <p:spPr>
          <a:xfrm flipH="1" flipV="1">
            <a:off x="7869272" y="3927442"/>
            <a:ext cx="424943" cy="343926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060" name="TextBox 1059">
                <a:extLst>
                  <a:ext uri="{FF2B5EF4-FFF2-40B4-BE49-F238E27FC236}">
                    <a16:creationId xmlns:a16="http://schemas.microsoft.com/office/drawing/2014/main" id="{97808B28-7341-025F-99C8-76FBC99DA9AD}"/>
                  </a:ext>
                </a:extLst>
              </p:cNvPr>
              <p:cNvSpPr txBox="1"/>
              <p:nvPr/>
            </p:nvSpPr>
            <p:spPr>
              <a:xfrm>
                <a:off x="8391952" y="4084688"/>
                <a:ext cx="19582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acc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1060" name="TextBox 1059">
                <a:extLst>
                  <a:ext uri="{FF2B5EF4-FFF2-40B4-BE49-F238E27FC236}">
                    <a16:creationId xmlns:a16="http://schemas.microsoft.com/office/drawing/2014/main" id="{97808B28-7341-025F-99C8-76FBC99DA9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1952" y="4084688"/>
                <a:ext cx="195823" cy="276999"/>
              </a:xfrm>
              <a:prstGeom prst="rect">
                <a:avLst/>
              </a:prstGeom>
              <a:blipFill>
                <a:blip r:embed="rId19"/>
                <a:stretch>
                  <a:fillRect l="-9375" r="-46875" b="-444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61" name="TextBox 1060">
                <a:extLst>
                  <a:ext uri="{FF2B5EF4-FFF2-40B4-BE49-F238E27FC236}">
                    <a16:creationId xmlns:a16="http://schemas.microsoft.com/office/drawing/2014/main" id="{3FDD34D4-1E0D-43DD-DB9C-AA1B0A63A9BA}"/>
                  </a:ext>
                </a:extLst>
              </p:cNvPr>
              <p:cNvSpPr txBox="1"/>
              <p:nvPr/>
            </p:nvSpPr>
            <p:spPr>
              <a:xfrm>
                <a:off x="7778991" y="4064841"/>
                <a:ext cx="31957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𝑟</m:t>
                      </m:r>
                      <m:acc>
                        <m:accPr>
                          <m:chr m:val="̇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ko-KR" altLang="en-US" b="0" i="1" smtClean="0">
                              <a:latin typeface="Cambria Math" panose="02040503050406030204" pitchFamily="18" charset="0"/>
                            </a:rPr>
                            <m:t>𝜈</m:t>
                          </m:r>
                        </m:e>
                      </m:acc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1061" name="TextBox 1060">
                <a:extLst>
                  <a:ext uri="{FF2B5EF4-FFF2-40B4-BE49-F238E27FC236}">
                    <a16:creationId xmlns:a16="http://schemas.microsoft.com/office/drawing/2014/main" id="{3FDD34D4-1E0D-43DD-DB9C-AA1B0A63A9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8991" y="4064841"/>
                <a:ext cx="319575" cy="276999"/>
              </a:xfrm>
              <a:prstGeom prst="rect">
                <a:avLst/>
              </a:prstGeom>
              <a:blipFill>
                <a:blip r:embed="rId20"/>
                <a:stretch>
                  <a:fillRect l="-5660" r="-26415" b="-444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63" name="TextBox 1062">
                <a:extLst>
                  <a:ext uri="{FF2B5EF4-FFF2-40B4-BE49-F238E27FC236}">
                    <a16:creationId xmlns:a16="http://schemas.microsoft.com/office/drawing/2014/main" id="{B84E6AC6-B8CA-F5AB-3B86-5D9F0268762E}"/>
                  </a:ext>
                </a:extLst>
              </p:cNvPr>
              <p:cNvSpPr txBox="1"/>
              <p:nvPr/>
            </p:nvSpPr>
            <p:spPr>
              <a:xfrm>
                <a:off x="7938778" y="3336758"/>
                <a:ext cx="98136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𝑣𝑒𝑙𝑜𝑐𝑖𝑡𝑦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1063" name="TextBox 1062">
                <a:extLst>
                  <a:ext uri="{FF2B5EF4-FFF2-40B4-BE49-F238E27FC236}">
                    <a16:creationId xmlns:a16="http://schemas.microsoft.com/office/drawing/2014/main" id="{B84E6AC6-B8CA-F5AB-3B86-5D9F026876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8778" y="3336758"/>
                <a:ext cx="981365" cy="369332"/>
              </a:xfrm>
              <a:prstGeom prst="rect">
                <a:avLst/>
              </a:prstGeom>
              <a:blipFill>
                <a:blip r:embed="rId21"/>
                <a:stretch>
                  <a:fillRect l="-1863" r="-5590" b="-1639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620545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</TotalTime>
  <Words>27</Words>
  <Application>Microsoft Office PowerPoint</Application>
  <PresentationFormat>와이드스크린</PresentationFormat>
  <Paragraphs>20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맑은 고딕</vt:lpstr>
      <vt:lpstr>Arial</vt:lpstr>
      <vt:lpstr>Cambria Math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유혁준(***9***004)</dc:creator>
  <cp:lastModifiedBy>유혁준(***9***004)</cp:lastModifiedBy>
  <cp:revision>2</cp:revision>
  <dcterms:created xsi:type="dcterms:W3CDTF">2023-12-23T15:13:31Z</dcterms:created>
  <dcterms:modified xsi:type="dcterms:W3CDTF">2023-12-23T18:21:57Z</dcterms:modified>
</cp:coreProperties>
</file>